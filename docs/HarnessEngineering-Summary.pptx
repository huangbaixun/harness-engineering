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0" y="164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核心概念与实践总结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697480" cy="3995928"/>
          </a:xfrm>
          <a:prstGeom prst="rect">
            <a:avLst/>
          </a:prstGeom>
          <a:solidFill>
            <a:srgbClr val="162454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8686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六层 HARNESS 模型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" y="1124712"/>
            <a:ext cx="2487168" cy="0"/>
          </a:xfrm>
          <a:prstGeom prst="line">
            <a:avLst/>
          </a:prstGeom>
          <a:noFill/>
          <a:ln w="12700">
            <a:solidFill>
              <a:srgbClr val="2A3F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71016"/>
            <a:ext cx="146304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16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4447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持久记忆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1746504"/>
            <a:ext cx="146304" cy="146304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 — 行为边界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221992"/>
            <a:ext cx="146304" cy="14630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167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395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/skills — 可复用指令集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697480"/>
            <a:ext cx="146304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426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28712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— 子智能体编排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172968"/>
            <a:ext cx="146304" cy="146304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118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346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事件 — 自动化拦截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648456"/>
            <a:ext cx="146304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93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822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外部工具连接层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90672" y="804672"/>
            <a:ext cx="2944368" cy="3995928"/>
          </a:xfrm>
          <a:prstGeom prst="rect">
            <a:avLst/>
          </a:prstGeom>
          <a:solidFill>
            <a:srgbClr val="162454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0" y="8686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1124712"/>
            <a:ext cx="2724912" cy="0"/>
          </a:xfrm>
          <a:prstGeom prst="line">
            <a:avLst/>
          </a:prstGeom>
          <a:noFill/>
          <a:ln w="12700">
            <a:solidFill>
              <a:srgbClr val="2A3F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1216152"/>
            <a:ext cx="54864" cy="658368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55264" y="1216152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环境规格 &gt; 模型能力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55264" y="1472184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失败时先问「缺少什么环境能力」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而非「更努力重试」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27248" y="2057400"/>
            <a:ext cx="54864" cy="65836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55264" y="205740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上下文重置 &gt; 无限压缩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55264" y="2313432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Anxiety：模型接近上下文限制会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提前收尾，全量重置优于累积压缩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27248" y="2898648"/>
            <a:ext cx="54864" cy="65836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55264" y="2898648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生成者与评估者分离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55264" y="3154680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模型无法可靠自我评估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Generator → Evaluator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27248" y="3739896"/>
            <a:ext cx="54864" cy="65836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55264" y="3739896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 → Harness 改进（复利循环）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55264" y="3995928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Agent 犯错即工程化防止再犯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每周五 10 分钟复盘，长期复利增长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99632" y="804672"/>
            <a:ext cx="2715768" cy="3995928"/>
          </a:xfrm>
          <a:prstGeom prst="rect">
            <a:avLst/>
          </a:prstGeom>
          <a:solidFill>
            <a:srgbClr val="162454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09360" y="868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代码架构层级（单向依赖）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09360" y="1124712"/>
            <a:ext cx="2514600" cy="0"/>
          </a:xfrm>
          <a:prstGeom prst="line">
            <a:avLst/>
          </a:prstGeom>
          <a:noFill/>
          <a:ln w="12700">
            <a:solidFill>
              <a:srgbClr val="2A3F7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1216152"/>
            <a:ext cx="2487168" cy="310896"/>
          </a:xfrm>
          <a:prstGeom prst="rect">
            <a:avLst/>
          </a:prstGeom>
          <a:solidFill>
            <a:srgbClr val="E53E3E">
              <a:alpha val="7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1216152"/>
            <a:ext cx="2487168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类型 / 接口 / 常量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1527048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309360" y="1636776"/>
            <a:ext cx="2487168" cy="310896"/>
          </a:xfrm>
          <a:prstGeom prst="rect">
            <a:avLst/>
          </a:prstGeom>
          <a:solidFill>
            <a:srgbClr val="D69E2E">
              <a:alpha val="75000"/>
            </a:srgbClr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1636776"/>
            <a:ext cx="2487168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环境变量 / 配置读取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9360" y="1947672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309360" y="2057400"/>
            <a:ext cx="2487168" cy="310896"/>
          </a:xfrm>
          <a:prstGeom prst="rect">
            <a:avLst/>
          </a:prstGeom>
          <a:solidFill>
            <a:srgbClr val="38A169">
              <a:alpha val="75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2057400"/>
            <a:ext cx="2487168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数据库 / 存储出入口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2368296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309360" y="2478024"/>
            <a:ext cx="2487168" cy="310896"/>
          </a:xfrm>
          <a:prstGeom prst="rect">
            <a:avLst/>
          </a:prstGeom>
          <a:solidFill>
            <a:srgbClr val="3182CE">
              <a:alpha val="75000"/>
            </a:srgbClr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2478024"/>
            <a:ext cx="2487168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业务逻辑 / 编排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9360" y="2788920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309360" y="2898648"/>
            <a:ext cx="2487168" cy="310896"/>
          </a:xfrm>
          <a:prstGeom prst="rect">
            <a:avLst/>
          </a:prstGeom>
          <a:solidFill>
            <a:srgbClr val="805AD5">
              <a:alpha val="75000"/>
            </a:srgbClr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2898648"/>
            <a:ext cx="2487168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 / Queue / CLI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09360" y="3209544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309360" y="3319272"/>
            <a:ext cx="2487168" cy="310896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319272"/>
            <a:ext cx="2487168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前端组件 / 页面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309360" y="3794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每层只能依赖左侧层 · 结构测试 CI 强制执行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828032"/>
            <a:ext cx="9144000" cy="36576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实证  ·  3 名工程师  ·  5 个月  ·  100 万行代码  ·  效率提升 10×  ·  零人工手写代码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核心概念</dc:title>
  <dc:subject>PptxGenJS Presentation</dc:subject>
  <dc:creator>PptxGenJS</dc:creator>
  <cp:lastModifiedBy>PptxGenJS</cp:lastModifiedBy>
  <cp:revision>1</cp:revision>
  <dcterms:created xsi:type="dcterms:W3CDTF">2026-04-11T03:13:33Z</dcterms:created>
  <dcterms:modified xsi:type="dcterms:W3CDTF">2026-04-11T03:13:33Z</dcterms:modified>
</cp:coreProperties>
</file>